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1" r:id="rId2"/>
    <p:sldId id="262" r:id="rId3"/>
    <p:sldId id="265" r:id="rId4"/>
    <p:sldId id="264" r:id="rId5"/>
    <p:sldId id="263" r:id="rId6"/>
    <p:sldId id="266" r:id="rId7"/>
    <p:sldId id="260" r:id="rId8"/>
    <p:sldId id="258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1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99"/>
    <a:srgbClr val="D9117E"/>
    <a:srgbClr val="5DC1FF"/>
    <a:srgbClr val="37B0FB"/>
    <a:srgbClr val="009AD0"/>
    <a:srgbClr val="94B333"/>
    <a:srgbClr val="BE9600"/>
    <a:srgbClr val="BB9301"/>
    <a:srgbClr val="E8C220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50" d="100"/>
          <a:sy n="150" d="100"/>
        </p:scale>
        <p:origin x="144" y="270"/>
      </p:cViewPr>
      <p:guideLst>
        <p:guide orient="horz" pos="2160"/>
        <p:guide pos="4112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75" d="100"/>
          <a:sy n="75" d="100"/>
        </p:scale>
        <p:origin x="1911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E3CC217A-F9D7-47C3-B542-AAA915BA419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E7CD6EC-38D3-4F9F-824F-27FD60C73D3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0980D6-5DF0-463D-BFB7-BC7EA5530348}" type="datetimeFigureOut">
              <a:rPr lang="de-DE" smtClean="0"/>
              <a:t>04.06.2026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D3B72A2-2A97-46A2-B0E6-3DFA689BB9E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F749A1E-B8C3-415F-AC4C-200E5AD788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D9C69D-BBB7-4804-A517-DD8710202B5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55849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535C94-B646-4D4D-A5E3-882C7E78FF5D}" type="datetimeFigureOut">
              <a:rPr lang="de-DE" smtClean="0"/>
              <a:t>03.06.2026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28433A-3D12-444A-8A1F-2969B3EF30A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0615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Titel/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E292B943-63E8-4E1E-B31E-5FE3860900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F0C306-39D7-4EAE-89DF-69763743BA67}"/>
              </a:ext>
            </a:extLst>
          </p:cNvPr>
          <p:cNvSpPr/>
          <p:nvPr userDrawn="1"/>
        </p:nvSpPr>
        <p:spPr>
          <a:xfrm>
            <a:off x="0" y="0"/>
            <a:ext cx="695325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5C513F-BDE5-4EEA-A208-17CFB8B9C3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6" y="3809454"/>
            <a:ext cx="9697665" cy="1141439"/>
          </a:xfrm>
          <a:solidFill>
            <a:schemeClr val="accent1">
              <a:lumMod val="50000"/>
              <a:alpha val="80000"/>
            </a:schemeClr>
          </a:solidFill>
          <a:ln>
            <a:noFill/>
          </a:ln>
        </p:spPr>
        <p:txBody>
          <a:bodyPr lIns="288000" tIns="144000" rIns="432000" bIns="144000" anchor="ctr">
            <a:normAutofit/>
          </a:bodyPr>
          <a:lstStyle>
            <a:lvl1pPr marL="717550" indent="0" algn="l">
              <a:buNone/>
              <a:defRPr sz="1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2A8061A-9228-4DB0-8D9D-1B65E6A7DD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0000" y="323750"/>
            <a:ext cx="9541821" cy="3221856"/>
          </a:xfrm>
        </p:spPr>
        <p:txBody>
          <a:bodyPr lIns="216000" tIns="0" rIns="0" bIns="108000" anchor="b">
            <a:noAutofit/>
          </a:bodyPr>
          <a:lstStyle>
            <a:lvl1pPr>
              <a:defRPr sz="4800" b="1" cap="all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5B16576-B954-4493-9E58-E9C5386E812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2991" y="5268397"/>
            <a:ext cx="1532709" cy="1265853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58F85F-E39F-6DF2-648B-F85C48FB19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76295D-E20E-919F-946F-82E3A703EF7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425600" y="6544800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D5B157-9EA0-6CC0-1566-F78C42E3B8E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05532" y="5268397"/>
            <a:ext cx="1687459" cy="1411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9984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Kapitel/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2F87A75-3F72-6661-3C8C-5F55ECF6EF1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338" y="0"/>
            <a:ext cx="11904662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CCAB873-861B-47E3-BAE9-07181DA521FB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4937E-4444-4817-AF16-D7E7EA0FE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A0C9CC46-BAE5-4171-9813-A78515AF72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5101588"/>
            <a:ext cx="10693822" cy="1141438"/>
          </a:xfrm>
          <a:solidFill>
            <a:schemeClr val="accent1">
              <a:lumMod val="50000"/>
              <a:alpha val="80000"/>
            </a:schemeClr>
          </a:solidFill>
        </p:spPr>
        <p:txBody>
          <a:bodyPr lIns="396000" tIns="0" rIns="72000" bIns="0" anchor="ctr">
            <a:normAutofit/>
          </a:bodyPr>
          <a:lstStyle>
            <a:lvl1pPr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TITLe</a:t>
            </a:r>
            <a:endParaRPr lang="de-DE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53246B2-203D-4635-9023-C83C1FB1E1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2C564B2-3B65-9088-DFD7-AB7EDE92BA4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B4FDF-C91E-4E63-9070-D94BAC1B27C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5400000">
            <a:off x="9600966" y="3917193"/>
            <a:ext cx="4388725" cy="262943"/>
          </a:xfrm>
        </p:spPr>
        <p:txBody>
          <a:bodyPr lIns="0" tIns="54000" rIns="0" bIns="54000">
            <a:spAutoFit/>
          </a:bodyPr>
          <a:lstStyle>
            <a:lvl1pPr marL="0" indent="0" algn="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4450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 Inhalt/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7200"/>
            <a:ext cx="10801349" cy="489585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191817E-6423-D72F-7A29-7C696C78E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1E8E1E4-948A-3278-44FC-EE2E89283E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37942" y="296190"/>
            <a:ext cx="943879" cy="78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574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10801349" cy="4428999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E99B02-7125-B0DB-A965-82CB442B297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4BDEE67-87AB-CD8A-4BFE-FCE7DFE637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37942" y="296190"/>
            <a:ext cx="943879" cy="78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694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71A67A15-EB3D-B357-6153-033E99D34267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95325" y="4673892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extplatzhalter 23">
            <a:extLst>
              <a:ext uri="{FF2B5EF4-FFF2-40B4-BE49-F238E27FC236}">
                <a16:creationId xmlns:a16="http://schemas.microsoft.com/office/drawing/2014/main" id="{7951DB75-C581-BF8A-0FC7-DF33D2FBE0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066055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12C0EA8B-EF64-0432-2FB0-872635D2E4F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487789"/>
            <a:ext cx="5156200" cy="4773894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EBECCF2-24E5-51A8-E7D9-E053B81C2C0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8284FDF0-9695-432C-8311-6A507C0F1D8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40475" y="6261682"/>
            <a:ext cx="5156200" cy="262943"/>
          </a:xfrm>
        </p:spPr>
        <p:txBody>
          <a:bodyPr lIns="0" tIns="54000" rIns="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8934B98-D3C6-1523-7041-8CA02F1D15C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37942" y="301131"/>
            <a:ext cx="943879" cy="78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07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8775"/>
            <a:ext cx="10801349" cy="3379007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783FE90B-8144-4EE7-83DD-1BF890852B5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1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E07709-F5D6-04F5-13BA-175ED852645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CAD5437E-7A68-3A0C-6F31-D83BB066E34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37942" y="303826"/>
            <a:ext cx="943879" cy="78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1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1B6BF6A4-FC91-4167-8F07-41431B226865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7D4156-B9EE-48B3-B002-FF1BD1B4E9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33375"/>
            <a:ext cx="10054800" cy="986400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605818-BCB5-4851-918D-4380EE7BB99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9532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AA6193-522B-4DE7-B07C-2474178A8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235C822F-CC3C-4AC6-8713-E8BC4920D33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801463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8A8ACBD-7378-4E9B-B8F5-8AA7E85F464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354981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213B05B4-8F80-42F2-99E5-82EFE1078C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>
              <a:defRPr sz="1600"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7" name="Bildplatzhalter 15">
            <a:extLst>
              <a:ext uri="{FF2B5EF4-FFF2-40B4-BE49-F238E27FC236}">
                <a16:creationId xmlns:a16="http://schemas.microsoft.com/office/drawing/2014/main" id="{0DDDB17B-0986-46FF-939D-242CCFD35E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54981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>
              <a:defRPr sz="1600"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8" name="Bildplatzhalter 15">
            <a:extLst>
              <a:ext uri="{FF2B5EF4-FFF2-40B4-BE49-F238E27FC236}">
                <a16:creationId xmlns:a16="http://schemas.microsoft.com/office/drawing/2014/main" id="{D46DB007-86EC-4631-9973-7E69665C06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14637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>
              <a:defRPr sz="1600"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B1415D85-ECEE-44AA-B226-4998B44E2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1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C2C85D4D-1A11-4D5D-986E-8754B4B26D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1"/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570C8F3-09F4-4F6C-BDF3-B1F82DC969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E424654-2778-EA1B-0192-6D8875E1171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118AD26C-52C9-4C02-983C-1ED47C3EED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1D192FC4-FD48-4D17-AF60-7541FACA3F7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4979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0DFB2603-4141-4F7E-B0B2-4354CE1418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14637" y="4687047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2923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/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4800" y="1628775"/>
            <a:ext cx="5400000" cy="489600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191817E-6423-D72F-7A29-7C696C78E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4E12AEFA-037C-13A6-D9D9-349DFD23D7F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628625"/>
            <a:ext cx="5156200" cy="4896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C38032FD-A923-4443-A1D8-3B56F7A36EC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180145" y="394515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/>
              <a:t>Bildquelle hier angeben</a:t>
            </a:r>
          </a:p>
        </p:txBody>
      </p:sp>
    </p:spTree>
    <p:extLst>
      <p:ext uri="{BB962C8B-B14F-4D97-AF65-F5344CB8AC3E}">
        <p14:creationId xmlns:p14="http://schemas.microsoft.com/office/powerpoint/2010/main" val="703295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Tabelle/Tab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C186D-B875-45B9-9C0A-1830A52B4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E454AC21-5CA9-4DCD-9E64-33EE941B0352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7AA41E4-A17D-03A8-9521-4B67C9D842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17100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Mustertabelle/Table Samp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graphicFrame>
        <p:nvGraphicFramePr>
          <p:cNvPr id="10" name="Tabellenplatzhalter 7">
            <a:extLst>
              <a:ext uri="{FF2B5EF4-FFF2-40B4-BE49-F238E27FC236}">
                <a16:creationId xmlns:a16="http://schemas.microsoft.com/office/drawing/2014/main" id="{1C20BEF9-F6A4-4E18-813E-7C7A4A89EFB4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251400423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  <a:alpha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DC1FF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DFA15C25-778F-45D2-A70E-06F46D1BF03A}"/>
              </a:ext>
            </a:extLst>
          </p:cNvPr>
          <p:cNvSpPr txBox="1"/>
          <p:nvPr userDrawn="1"/>
        </p:nvSpPr>
        <p:spPr>
          <a:xfrm>
            <a:off x="695325" y="333375"/>
            <a:ext cx="10056092" cy="985286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</a:t>
            </a:r>
            <a:r>
              <a:rPr lang="de-DE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de-DE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9CAA27B-59B5-D915-6398-75A94668C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227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Tabelle/Tab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D5A43E47-9416-3DCC-8243-87AE52AE2064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E454AC21-5CA9-4DCD-9E64-33EE941B0352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7AA41E4-A17D-03A8-9521-4B67C9D842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898989"/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0EB41DB-513E-D1FC-EB6E-F88FF40346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5420EE52-882B-A637-C5E2-47028BC68F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3135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Mustertabelle/Table Samp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 14">
            <a:extLst>
              <a:ext uri="{FF2B5EF4-FFF2-40B4-BE49-F238E27FC236}">
                <a16:creationId xmlns:a16="http://schemas.microsoft.com/office/drawing/2014/main" id="{E4EDC0B4-4839-D67D-DEEC-401133DF66D9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8560AFC3-57D0-F888-0409-6E4AE04E7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graphicFrame>
        <p:nvGraphicFramePr>
          <p:cNvPr id="5" name="Tabellenplatzhalter 7">
            <a:extLst>
              <a:ext uri="{FF2B5EF4-FFF2-40B4-BE49-F238E27FC236}">
                <a16:creationId xmlns:a16="http://schemas.microsoft.com/office/drawing/2014/main" id="{0D05A9C7-78D0-EE06-3C91-0B44CAD5C348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173544782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093C5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FE1ED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B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414B1055-33F2-706A-B987-AD219F01C4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3" name="Foliennummernplatzhalter 6">
            <a:extLst>
              <a:ext uri="{FF2B5EF4-FFF2-40B4-BE49-F238E27FC236}">
                <a16:creationId xmlns:a16="http://schemas.microsoft.com/office/drawing/2014/main" id="{64DEE5FA-1A0F-5F55-0896-0246BC7D6F1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0" y="5342399"/>
            <a:ext cx="288000" cy="1440000"/>
          </a:xfrm>
        </p:spPr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4" name="Fußzeilenplatzhalter 3">
            <a:extLst>
              <a:ext uri="{FF2B5EF4-FFF2-40B4-BE49-F238E27FC236}">
                <a16:creationId xmlns:a16="http://schemas.microsoft.com/office/drawing/2014/main" id="{EC8C11A2-D458-BDE8-F2BF-ADAFB4188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868061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itel/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43B56E86-EFEB-4205-AA4A-9F3E82413F8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F0C306-39D7-4EAE-89DF-69763743BA67}"/>
              </a:ext>
            </a:extLst>
          </p:cNvPr>
          <p:cNvSpPr/>
          <p:nvPr userDrawn="1"/>
        </p:nvSpPr>
        <p:spPr>
          <a:xfrm>
            <a:off x="0" y="0"/>
            <a:ext cx="695325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5C513F-BDE5-4EEA-A208-17CFB8B9C3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6" y="3803209"/>
            <a:ext cx="9697665" cy="1141438"/>
          </a:xfrm>
          <a:solidFill>
            <a:schemeClr val="accent4">
              <a:lumMod val="50000"/>
              <a:alpha val="80000"/>
            </a:schemeClr>
          </a:solidFill>
        </p:spPr>
        <p:txBody>
          <a:bodyPr lIns="288000" tIns="144000" rIns="432000" bIns="144000" anchor="ctr">
            <a:normAutofit/>
          </a:bodyPr>
          <a:lstStyle>
            <a:lvl1pPr marL="717550" indent="0" algn="l">
              <a:lnSpc>
                <a:spcPct val="100000"/>
              </a:lnSpc>
              <a:spcBef>
                <a:spcPts val="1000"/>
              </a:spcBef>
              <a:buNone/>
              <a:defRPr sz="1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2A8061A-9228-4DB0-8D9D-1B65E6A7DD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0000" y="333374"/>
            <a:ext cx="9541821" cy="3205985"/>
          </a:xfrm>
        </p:spPr>
        <p:txBody>
          <a:bodyPr lIns="216000" tIns="0" rIns="0" bIns="108000" anchor="b">
            <a:noAutofit/>
          </a:bodyPr>
          <a:lstStyle>
            <a:lvl1pPr>
              <a:defRPr sz="4800" b="1" cap="all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34066C5-F371-4079-BEC5-D83B78D0CFE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2991" y="5268397"/>
            <a:ext cx="1532709" cy="1265853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BC05F074-4978-BB63-F797-D5FCF99615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425600" y="6544800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709CECA-60EA-35F9-5F27-CF64A7C897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4685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Kapitel/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2">
            <a:extLst>
              <a:ext uri="{FF2B5EF4-FFF2-40B4-BE49-F238E27FC236}">
                <a16:creationId xmlns:a16="http://schemas.microsoft.com/office/drawing/2014/main" id="{AF35D6C1-0699-3B81-DD6A-0016F7A8D7E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338" y="0"/>
            <a:ext cx="11904662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CCAB873-861B-47E3-BAE9-07181DA521FB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4937E-4444-4817-AF16-D7E7EA0FE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A0C9CC46-BAE5-4171-9813-A78515AF72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5101588"/>
            <a:ext cx="10693822" cy="1141438"/>
          </a:xfrm>
          <a:solidFill>
            <a:schemeClr val="accent4">
              <a:lumMod val="50000"/>
              <a:alpha val="80000"/>
            </a:schemeClr>
          </a:solidFill>
        </p:spPr>
        <p:txBody>
          <a:bodyPr lIns="396000" tIns="0" rIns="72000" bIns="0" anchor="ctr">
            <a:normAutofit/>
          </a:bodyPr>
          <a:lstStyle>
            <a:lvl1pPr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TITLe</a:t>
            </a:r>
            <a:endParaRPr lang="de-DE" dirty="0"/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FBA6571-CE1B-47EB-8C1E-D5A1391EAE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32C7237-52B1-CB5D-D118-2836DC556EC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F1FF6555-F43F-4F6F-8557-7775ED911DB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5400000">
            <a:off x="9600966" y="3917193"/>
            <a:ext cx="4388725" cy="262943"/>
          </a:xfrm>
        </p:spPr>
        <p:txBody>
          <a:bodyPr lIns="0" tIns="54000" rIns="0" bIns="54000">
            <a:spAutoFit/>
          </a:bodyPr>
          <a:lstStyle>
            <a:lvl1pPr marL="0" indent="0" algn="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42261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 Inhalt/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8896D9-06D8-F605-C9DB-A9519477D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43007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10801349" cy="4428999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263446-0FBB-7B9F-7376-C85F4725E6D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96307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BB571AC-F556-C50A-DAD2-4638503AA732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95325" y="4673892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extplatzhalter 23">
            <a:extLst>
              <a:ext uri="{FF2B5EF4-FFF2-40B4-BE49-F238E27FC236}">
                <a16:creationId xmlns:a16="http://schemas.microsoft.com/office/drawing/2014/main" id="{43C99AA0-30B9-CB68-5447-173C21DF9A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066055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E5E99BBD-0EE1-272A-B9CD-BB38CD6536A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487789"/>
            <a:ext cx="5156200" cy="4773894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4160246-4126-D54D-D8F2-4EA413129C18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2E4B575B-830B-4042-B5E3-854ED6742E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40475" y="6261682"/>
            <a:ext cx="5156200" cy="262943"/>
          </a:xfrm>
        </p:spPr>
        <p:txBody>
          <a:bodyPr lIns="0" tIns="54000" rIns="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51263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8775"/>
            <a:ext cx="10801349" cy="3379007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1" name="Textplatzhalter 20">
            <a:extLst>
              <a:ext uri="{FF2B5EF4-FFF2-40B4-BE49-F238E27FC236}">
                <a16:creationId xmlns:a16="http://schemas.microsoft.com/office/drawing/2014/main" id="{B0949BCE-540C-4310-9432-ECBCD4F9E8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4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C8D3D5-3F24-32BA-B9E4-6239FD09AA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47385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1B6BF6A4-FC91-4167-8F07-41431B226865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7D4156-B9EE-48B3-B002-FF1BD1B4E9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33375"/>
            <a:ext cx="10054800" cy="986400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605818-BCB5-4851-918D-4380EE7BB99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9532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AA6193-522B-4DE7-B07C-2474178A8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235C822F-CC3C-4AC6-8713-E8BC4920D33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801463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8A8ACBD-7378-4E9B-B8F5-8AA7E85F464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354981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213B05B4-8F80-42F2-99E5-82EFE1078C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7" name="Bildplatzhalter 15">
            <a:extLst>
              <a:ext uri="{FF2B5EF4-FFF2-40B4-BE49-F238E27FC236}">
                <a16:creationId xmlns:a16="http://schemas.microsoft.com/office/drawing/2014/main" id="{0DDDB17B-0986-46FF-939D-242CCFD35E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54981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8" name="Bildplatzhalter 15">
            <a:extLst>
              <a:ext uri="{FF2B5EF4-FFF2-40B4-BE49-F238E27FC236}">
                <a16:creationId xmlns:a16="http://schemas.microsoft.com/office/drawing/2014/main" id="{D46DB007-86EC-4631-9973-7E69665C06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14637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C2C85D4D-1A11-4D5D-986E-8754B4B26D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4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570C8F3-09F4-4F6C-BDF3-B1F82DC969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5" name="Textplatzhalter 20">
            <a:extLst>
              <a:ext uri="{FF2B5EF4-FFF2-40B4-BE49-F238E27FC236}">
                <a16:creationId xmlns:a16="http://schemas.microsoft.com/office/drawing/2014/main" id="{A1BCFDDC-E704-4456-842B-CA12D08661D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chemeClr val="accent4">
              <a:lumMod val="50000"/>
            </a:schemeClr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B38C3D2-DF70-153A-B8DF-4CECDC07280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3D74F0FA-8F68-4378-8DBC-19E1F6A0E5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8D0D31E6-199E-4219-A707-84C3133E308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4979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3B652E60-BB22-4CDC-B46E-3983789A55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14637" y="4687047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00490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/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8896D9-06D8-F605-C9DB-A9519477D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96FFF96C-003A-2C95-0C20-6A5ECF67AE3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4800" y="1628775"/>
            <a:ext cx="5400000" cy="489600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2C0F5C3-8222-0817-ECCA-D675DF1CE7E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628625"/>
            <a:ext cx="5156200" cy="4896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A4678D57-D387-497F-BE8F-CC4BED8016E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180145" y="394515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/>
              <a:t>Bildquelle hier angeben</a:t>
            </a:r>
          </a:p>
        </p:txBody>
      </p:sp>
    </p:spTree>
    <p:extLst>
      <p:ext uri="{BB962C8B-B14F-4D97-AF65-F5344CB8AC3E}">
        <p14:creationId xmlns:p14="http://schemas.microsoft.com/office/powerpoint/2010/main" val="743913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abelle/Tab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C186D-B875-45B9-9C0A-1830A52B4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57BDB932-A261-4963-8CCA-D819AAB058C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51EFB8F-681F-B958-6016-DE1F84F28FC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95776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Mustertabelle/Table Samp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graphicFrame>
        <p:nvGraphicFramePr>
          <p:cNvPr id="10" name="Tabellenplatzhalter 7">
            <a:extLst>
              <a:ext uri="{FF2B5EF4-FFF2-40B4-BE49-F238E27FC236}">
                <a16:creationId xmlns:a16="http://schemas.microsoft.com/office/drawing/2014/main" id="{0D3ABB45-EB62-4087-B3EF-39BEE25E7081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562190330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3D336417-AA09-48C9-BDF2-558668A9C82D}"/>
              </a:ext>
            </a:extLst>
          </p:cNvPr>
          <p:cNvSpPr txBox="1"/>
          <p:nvPr userDrawn="1"/>
        </p:nvSpPr>
        <p:spPr>
          <a:xfrm>
            <a:off x="695325" y="333375"/>
            <a:ext cx="10056092" cy="985286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</a:t>
            </a:r>
            <a:r>
              <a:rPr lang="de-DE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de-DE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407347F-35E4-52BE-8323-099180448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06335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Tabelle/Tab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16133B2B-12C4-FE1C-E575-FCC33EDD08E8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1" name="Tabellenplatzhalter 4">
            <a:extLst>
              <a:ext uri="{FF2B5EF4-FFF2-40B4-BE49-F238E27FC236}">
                <a16:creationId xmlns:a16="http://schemas.microsoft.com/office/drawing/2014/main" id="{57BDB932-A261-4963-8CCA-D819AAB058C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8C0A269-0A22-1F24-8A6F-92CF83B25C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1D6C117F-FFC7-BDD4-24D7-796BC82D0EF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7A68C062-180C-99B8-FA50-EA5C79290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604735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Mustertabelle/Table Samp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D7E6995-96CC-3982-D5B2-C86FEE3250A0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Foliennummernplatzhalter 6">
            <a:extLst>
              <a:ext uri="{FF2B5EF4-FFF2-40B4-BE49-F238E27FC236}">
                <a16:creationId xmlns:a16="http://schemas.microsoft.com/office/drawing/2014/main" id="{D4835C53-91E7-6F9B-B923-BC1D5AC13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0" y="5342399"/>
            <a:ext cx="288000" cy="1440000"/>
          </a:xfrm>
        </p:spPr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Fußzeilenplatzhalter 3">
            <a:extLst>
              <a:ext uri="{FF2B5EF4-FFF2-40B4-BE49-F238E27FC236}">
                <a16:creationId xmlns:a16="http://schemas.microsoft.com/office/drawing/2014/main" id="{B2529C76-0D8A-EF87-45E6-0ADDE5F1D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71F05D1-9FC5-816E-FCE9-742956FC2E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2" name="Titel 4">
            <a:extLst>
              <a:ext uri="{FF2B5EF4-FFF2-40B4-BE49-F238E27FC236}">
                <a16:creationId xmlns:a16="http://schemas.microsoft.com/office/drawing/2014/main" id="{E6EC0CBA-DCD5-B2B0-E997-0F914B7AC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graphicFrame>
        <p:nvGraphicFramePr>
          <p:cNvPr id="13" name="Tabellenplatzhalter 7">
            <a:extLst>
              <a:ext uri="{FF2B5EF4-FFF2-40B4-BE49-F238E27FC236}">
                <a16:creationId xmlns:a16="http://schemas.microsoft.com/office/drawing/2014/main" id="{E4A06E74-DBC5-BFB5-A583-5D6E319BBD46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95061288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CA69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EE8C2">
                        <a:alpha val="2470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F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F2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62679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Titel/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3A1DD6DF-B176-485D-B01F-0D026F51E4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F0C306-39D7-4EAE-89DF-69763743BA67}"/>
              </a:ext>
            </a:extLst>
          </p:cNvPr>
          <p:cNvSpPr/>
          <p:nvPr userDrawn="1"/>
        </p:nvSpPr>
        <p:spPr>
          <a:xfrm>
            <a:off x="0" y="0"/>
            <a:ext cx="695326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5C513F-BDE5-4EEA-A208-17CFB8B9C3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6" y="3803208"/>
            <a:ext cx="9697665" cy="1141439"/>
          </a:xfrm>
          <a:solidFill>
            <a:srgbClr val="BE9600">
              <a:alpha val="80000"/>
            </a:srgbClr>
          </a:solidFill>
        </p:spPr>
        <p:txBody>
          <a:bodyPr lIns="288000" tIns="144000" rIns="432000" bIns="144000" anchor="ctr">
            <a:normAutofit/>
          </a:bodyPr>
          <a:lstStyle>
            <a:lvl1pPr marL="717550" indent="0" algn="l">
              <a:buNone/>
              <a:defRPr sz="1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2A8061A-9228-4DB0-8D9D-1B65E6A7DD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40000" y="333374"/>
            <a:ext cx="9541821" cy="3205985"/>
          </a:xfrm>
        </p:spPr>
        <p:txBody>
          <a:bodyPr lIns="216000" tIns="0" rIns="0" bIns="108000" anchor="b">
            <a:noAutofit/>
          </a:bodyPr>
          <a:lstStyle>
            <a:lvl1pPr>
              <a:defRPr sz="4800" b="1" cap="all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Add title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379A18D-BDEC-4A1A-B4E8-0BBF0FB0AB3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2991" y="5268397"/>
            <a:ext cx="1532709" cy="1265853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338560D-8EC4-B53A-7006-5B5A972DC7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425600" y="6544945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02EDA2-8AA2-0466-B051-008CD776408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36652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Kapitel/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2">
            <a:extLst>
              <a:ext uri="{FF2B5EF4-FFF2-40B4-BE49-F238E27FC236}">
                <a16:creationId xmlns:a16="http://schemas.microsoft.com/office/drawing/2014/main" id="{A29A4717-2733-B1CC-C548-EE7EB957DA2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87338" y="0"/>
            <a:ext cx="11904662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CCAB873-861B-47E3-BAE9-07181DA521FB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E04937E-4444-4817-AF16-D7E7EA0FE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A0C9CC46-BAE5-4171-9813-A78515AF72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7999" y="5101588"/>
            <a:ext cx="10693822" cy="1141438"/>
          </a:xfrm>
          <a:solidFill>
            <a:srgbClr val="BE9600">
              <a:alpha val="80000"/>
            </a:srgbClr>
          </a:solidFill>
        </p:spPr>
        <p:txBody>
          <a:bodyPr lIns="396000" tIns="0" rIns="72000" bIns="0" anchor="ctr">
            <a:normAutofit/>
          </a:bodyPr>
          <a:lstStyle>
            <a:lvl1pPr>
              <a:defRPr sz="4800" cap="all" baseline="0"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TITLe</a:t>
            </a:r>
            <a:endParaRPr lang="de-DE" dirty="0"/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E24BD797-BDE4-4F8B-BD63-88445F3046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C9E1831-352F-2D39-ACE5-21BCE2855BB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320569E-7EBB-42F9-B989-19AC2BA590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5400000">
            <a:off x="9600966" y="3917193"/>
            <a:ext cx="4388725" cy="262943"/>
          </a:xfrm>
        </p:spPr>
        <p:txBody>
          <a:bodyPr lIns="0" tIns="54000" rIns="0" bIns="54000">
            <a:spAutoFit/>
          </a:bodyPr>
          <a:lstStyle>
            <a:lvl1pPr marL="0" indent="0" algn="r"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5286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 Inhalt/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EBC151-FC60-E584-26BE-7134EAB82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2339200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2095625"/>
            <a:ext cx="10801349" cy="4428999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107BD53-6A79-8877-2BE1-B0C49A39BD9F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629053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4" y="2095625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0" name="Textplatzhalter 23">
            <a:extLst>
              <a:ext uri="{FF2B5EF4-FFF2-40B4-BE49-F238E27FC236}">
                <a16:creationId xmlns:a16="http://schemas.microsoft.com/office/drawing/2014/main" id="{19A4112A-F23E-4E93-B0DE-E0650E1BFC4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68187CB7-2C33-1C03-52A8-8996E6753E49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695325" y="4673892"/>
            <a:ext cx="5400675" cy="1850733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12" name="Textplatzhalter 23">
            <a:extLst>
              <a:ext uri="{FF2B5EF4-FFF2-40B4-BE49-F238E27FC236}">
                <a16:creationId xmlns:a16="http://schemas.microsoft.com/office/drawing/2014/main" id="{756228A2-CAF9-B1A1-1C97-DA91AB6BED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066055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3" name="Bildplatzhalter 4">
            <a:extLst>
              <a:ext uri="{FF2B5EF4-FFF2-40B4-BE49-F238E27FC236}">
                <a16:creationId xmlns:a16="http://schemas.microsoft.com/office/drawing/2014/main" id="{CA1CEBC5-E31D-F865-99F9-F5B2C3A4B1C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487789"/>
            <a:ext cx="5156200" cy="4773894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>
              <a:defRPr>
                <a:solidFill>
                  <a:srgbClr val="D9117E"/>
                </a:solidFill>
              </a:defRPr>
            </a:lvl1pPr>
          </a:lstStyle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1A145E-844F-C173-0E1A-4D5807A9AB0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4" name="Textplatzhalter 7">
            <a:extLst>
              <a:ext uri="{FF2B5EF4-FFF2-40B4-BE49-F238E27FC236}">
                <a16:creationId xmlns:a16="http://schemas.microsoft.com/office/drawing/2014/main" id="{20E4FEBA-B0DE-4B79-99F8-C969B4E3A9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40475" y="6261682"/>
            <a:ext cx="5156200" cy="262943"/>
          </a:xfrm>
        </p:spPr>
        <p:txBody>
          <a:bodyPr lIns="0" tIns="54000" rIns="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133508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E243AE-4939-4DED-AAB6-88EFB5F7C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5325" y="1628775"/>
            <a:ext cx="10801349" cy="3379007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1" name="Textplatzhalter 20">
            <a:extLst>
              <a:ext uri="{FF2B5EF4-FFF2-40B4-BE49-F238E27FC236}">
                <a16:creationId xmlns:a16="http://schemas.microsoft.com/office/drawing/2014/main" id="{59E7F815-FED3-4D8F-9D9B-35CCAF3B26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rgbClr val="BE9600"/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2093030-8FCB-CEE5-FAC4-DF786DEBF90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301366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1B6BF6A4-FC91-4167-8F07-41431B226865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7D4156-B9EE-48B3-B002-FF1BD1B4E9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33375"/>
            <a:ext cx="10054800" cy="986400"/>
          </a:xfrm>
        </p:spPr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605818-BCB5-4851-918D-4380EE7BB99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9532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8BAA6193-522B-4DE7-B07C-2474178A85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235C822F-CC3C-4AC6-8713-E8BC4920D33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8014636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8A8ACBD-7378-4E9B-B8F5-8AA7E85F464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354981" y="2095626"/>
            <a:ext cx="3482038" cy="82391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6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213B05B4-8F80-42F2-99E5-82EFE1078CF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5326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7" name="Bildplatzhalter 15">
            <a:extLst>
              <a:ext uri="{FF2B5EF4-FFF2-40B4-BE49-F238E27FC236}">
                <a16:creationId xmlns:a16="http://schemas.microsoft.com/office/drawing/2014/main" id="{0DDDB17B-0986-46FF-939D-242CCFD35E6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54981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8" name="Bildplatzhalter 15">
            <a:extLst>
              <a:ext uri="{FF2B5EF4-FFF2-40B4-BE49-F238E27FC236}">
                <a16:creationId xmlns:a16="http://schemas.microsoft.com/office/drawing/2014/main" id="{D46DB007-86EC-4631-9973-7E69665C06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14637" y="3041584"/>
            <a:ext cx="3482038" cy="1915428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 sz="1600"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24" name="Textplatzhalter 23">
            <a:extLst>
              <a:ext uri="{FF2B5EF4-FFF2-40B4-BE49-F238E27FC236}">
                <a16:creationId xmlns:a16="http://schemas.microsoft.com/office/drawing/2014/main" id="{C2C85D4D-1A11-4D5D-986E-8754B4B26DE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325" y="1487788"/>
            <a:ext cx="3482038" cy="439824"/>
          </a:xfrm>
          <a:solidFill>
            <a:schemeClr val="accent2">
              <a:lumMod val="75000"/>
            </a:schemeClr>
          </a:solidFill>
        </p:spPr>
        <p:txBody>
          <a:bodyPr wrap="square" anchor="ctr"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26" name="Grafik 25">
            <a:extLst>
              <a:ext uri="{FF2B5EF4-FFF2-40B4-BE49-F238E27FC236}">
                <a16:creationId xmlns:a16="http://schemas.microsoft.com/office/drawing/2014/main" id="{4570C8F3-09F4-4F6C-BDF3-B1F82DC969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5" name="Textplatzhalter 20">
            <a:extLst>
              <a:ext uri="{FF2B5EF4-FFF2-40B4-BE49-F238E27FC236}">
                <a16:creationId xmlns:a16="http://schemas.microsoft.com/office/drawing/2014/main" id="{9D0FAF78-2A5F-4E8E-B1EE-D7C4255495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7999" y="5245768"/>
            <a:ext cx="11208676" cy="1278857"/>
          </a:xfrm>
          <a:solidFill>
            <a:srgbClr val="BE9600"/>
          </a:solidFill>
        </p:spPr>
        <p:txBody>
          <a:bodyPr tIns="144000"/>
          <a:lstStyle>
            <a:lvl1pPr marL="539750" indent="-231775" defTabSz="539750">
              <a:lnSpc>
                <a:spcPct val="100000"/>
              </a:lnSpc>
              <a:spcBef>
                <a:spcPts val="0"/>
              </a:spcBef>
              <a:defRPr sz="2000">
                <a:solidFill>
                  <a:schemeClr val="bg1"/>
                </a:solidFill>
              </a:defRPr>
            </a:lvl1pPr>
            <a:lvl2pPr marL="539750" indent="-231775" defTabSz="539750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</a:defRPr>
            </a:lvl2pPr>
            <a:lvl3pPr marL="539750" indent="-231775" defTabSz="539750">
              <a:lnSpc>
                <a:spcPct val="100000"/>
              </a:lnSpc>
              <a:spcBef>
                <a:spcPts val="0"/>
              </a:spcBef>
              <a:defRPr sz="1600">
                <a:solidFill>
                  <a:schemeClr val="bg1"/>
                </a:solidFill>
              </a:defRPr>
            </a:lvl3pPr>
            <a:lvl4pPr marL="539750" indent="-231775" defTabSz="539750">
              <a:defRPr/>
            </a:lvl4pPr>
            <a:lvl5pPr marL="539750" indent="-231775" defTabSz="539750">
              <a:defRPr/>
            </a:lvl5pPr>
          </a:lstStyle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09EDA4-178A-19BE-891D-96E3D2B19D2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C4CA3CBF-84EB-43B9-A448-AE66CF1B19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95325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0" name="Textplatzhalter 7">
            <a:extLst>
              <a:ext uri="{FF2B5EF4-FFF2-40B4-BE49-F238E27FC236}">
                <a16:creationId xmlns:a16="http://schemas.microsoft.com/office/drawing/2014/main" id="{8648652F-2A78-4696-BEDF-2827E678354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4979" y="4691485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4D0E809D-C311-4031-A613-368FF399A7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14637" y="4687047"/>
            <a:ext cx="3482037" cy="262943"/>
          </a:xfrm>
        </p:spPr>
        <p:txBody>
          <a:bodyPr lIns="54000" tIns="54000" rIns="54000" bIns="54000">
            <a:spAutoFit/>
          </a:bodyPr>
          <a:lstStyle>
            <a:lvl1pPr marL="0" indent="0" algn="l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84789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/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0DB6F92-3F9C-4AAE-8E91-FA9B6A8B9CD6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D6C63F-3884-45FC-8DE4-73068BFE19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042934-6DB9-4975-858F-6A2DF94E1A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0B65C82-54AD-42F3-A4B0-D8BBEFD38A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EBC151-FC60-E584-26BE-7134EAB82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05F4847-2276-AAFB-108E-DBA5E7360C9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94800" y="1628775"/>
            <a:ext cx="5400000" cy="4896000"/>
          </a:xfrm>
        </p:spPr>
        <p:txBody>
          <a:bodyPr/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7BE329DB-A001-C66F-6040-0E345285523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340475" y="1628625"/>
            <a:ext cx="5156200" cy="4896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935316FE-8476-4572-87B2-B715CCF5833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180145" y="394515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616546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Tabelle/Tab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9C186D-B875-45B9-9C0A-1830A52B4A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sp>
        <p:nvSpPr>
          <p:cNvPr id="5" name="Tabellenplatzhalter 4">
            <a:extLst>
              <a:ext uri="{FF2B5EF4-FFF2-40B4-BE49-F238E27FC236}">
                <a16:creationId xmlns:a16="http://schemas.microsoft.com/office/drawing/2014/main" id="{FA8D24D7-34CD-4ED1-8141-89BC9C1FC26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60E2FA4-B336-450E-D6C0-FA99C883B41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73541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Mustertabelle/Table Samp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eck 7">
            <a:extLst>
              <a:ext uri="{FF2B5EF4-FFF2-40B4-BE49-F238E27FC236}">
                <a16:creationId xmlns:a16="http://schemas.microsoft.com/office/drawing/2014/main" id="{B81FCDC8-3081-4340-AF3B-5B61880598E5}"/>
              </a:ext>
            </a:extLst>
          </p:cNvPr>
          <p:cNvSpPr/>
          <p:nvPr userDrawn="1"/>
        </p:nvSpPr>
        <p:spPr>
          <a:xfrm>
            <a:off x="-1" y="-2406"/>
            <a:ext cx="12192001" cy="686040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6948ECD-4444-4227-81E3-3211A0E717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2"/>
          </a:xfrm>
          <a:prstGeom prst="rect">
            <a:avLst/>
          </a:prstGeom>
        </p:spPr>
      </p:pic>
      <p:graphicFrame>
        <p:nvGraphicFramePr>
          <p:cNvPr id="7" name="Tabellenplatzhalter 7">
            <a:extLst>
              <a:ext uri="{FF2B5EF4-FFF2-40B4-BE49-F238E27FC236}">
                <a16:creationId xmlns:a16="http://schemas.microsoft.com/office/drawing/2014/main" id="{215C28A5-80CD-4F42-9C77-C690E11449E6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926700702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alpha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  <a:alpha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598141AE-B519-4BF8-86A2-54973B0ADDE5}"/>
              </a:ext>
            </a:extLst>
          </p:cNvPr>
          <p:cNvSpPr txBox="1"/>
          <p:nvPr userDrawn="1"/>
        </p:nvSpPr>
        <p:spPr>
          <a:xfrm>
            <a:off x="695325" y="333375"/>
            <a:ext cx="10056092" cy="985286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de-DE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 </a:t>
            </a:r>
            <a:r>
              <a:rPr lang="de-DE" sz="28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de-DE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75B4983-3911-6B34-D420-98DD812B0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416645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Tabelle/Tab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14E77E2-5257-225C-6093-789249091B84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57C04B8-FAE9-4576-9D50-12084ACA00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Tabellenplatzhalter 4">
            <a:extLst>
              <a:ext uri="{FF2B5EF4-FFF2-40B4-BE49-F238E27FC236}">
                <a16:creationId xmlns:a16="http://schemas.microsoft.com/office/drawing/2014/main" id="{FA8D24D7-34CD-4ED1-8141-89BC9C1FC26A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695325" y="1628776"/>
            <a:ext cx="10801350" cy="489585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Table</a:t>
            </a:r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1913AF20-2093-81B8-D3CF-3988C0D0E2D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4601CA69-20CF-6A99-B9FF-A1A445743A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6" y="333375"/>
            <a:ext cx="10056093" cy="985286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9AA2D8C-E67C-1DBB-33C4-8FC8AE2C9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7412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Mustertabelle/Table Samp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0B2BD55-0944-2EB8-30AE-4EC0EBD1C778}"/>
              </a:ext>
            </a:extLst>
          </p:cNvPr>
          <p:cNvSpPr/>
          <p:nvPr userDrawn="1"/>
        </p:nvSpPr>
        <p:spPr>
          <a:xfrm>
            <a:off x="-1" y="0"/>
            <a:ext cx="288000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de-DE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Foliennummernplatzhalter 6">
            <a:extLst>
              <a:ext uri="{FF2B5EF4-FFF2-40B4-BE49-F238E27FC236}">
                <a16:creationId xmlns:a16="http://schemas.microsoft.com/office/drawing/2014/main" id="{8E332830-1B76-0834-BFD4-B0A738EACD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0" y="5342399"/>
            <a:ext cx="288000" cy="1440000"/>
          </a:xfrm>
        </p:spPr>
        <p:txBody>
          <a:bodyPr/>
          <a:lstStyle/>
          <a:p>
            <a:fld id="{30ADABB7-F9A6-4A4D-9415-296AC5E687F8}" type="slidenum">
              <a:rPr lang="de-DE" smtClean="0"/>
              <a:pPr/>
              <a:t>‹#›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1392DD0-9A3C-88DC-7FA4-612131847E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1821" y="301132"/>
            <a:ext cx="943879" cy="779543"/>
          </a:xfrm>
          <a:prstGeom prst="rect">
            <a:avLst/>
          </a:prstGeom>
        </p:spPr>
      </p:pic>
      <p:sp>
        <p:nvSpPr>
          <p:cNvPr id="11" name="Fußzeilenplatzhalter 3">
            <a:extLst>
              <a:ext uri="{FF2B5EF4-FFF2-40B4-BE49-F238E27FC236}">
                <a16:creationId xmlns:a16="http://schemas.microsoft.com/office/drawing/2014/main" id="{8A8560D2-D042-38FC-1DF9-D8044861589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95325" y="6544945"/>
            <a:ext cx="4114800" cy="257774"/>
          </a:xfrm>
        </p:spPr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12" name="Titel 4">
            <a:extLst>
              <a:ext uri="{FF2B5EF4-FFF2-40B4-BE49-F238E27FC236}">
                <a16:creationId xmlns:a16="http://schemas.microsoft.com/office/drawing/2014/main" id="{14023C8A-8B07-0D4C-F346-2C1B9789C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graphicFrame>
        <p:nvGraphicFramePr>
          <p:cNvPr id="13" name="Tabellenplatzhalter 7">
            <a:extLst>
              <a:ext uri="{FF2B5EF4-FFF2-40B4-BE49-F238E27FC236}">
                <a16:creationId xmlns:a16="http://schemas.microsoft.com/office/drawing/2014/main" id="{C345DDFB-6457-0140-C751-BBDEB3109C3B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4088028885"/>
              </p:ext>
            </p:extLst>
          </p:nvPr>
        </p:nvGraphicFramePr>
        <p:xfrm>
          <a:off x="695325" y="1628775"/>
          <a:ext cx="10801350" cy="294192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3414773314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43605508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3205677931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5163876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411794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rgbClr val="EFCA0A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Title 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016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5.1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DC50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140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5.2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4CE">
                        <a:alpha val="25098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01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5.3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9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5.4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470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1.5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2.5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3.5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4.5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Content 5.5</a:t>
                      </a:r>
                    </a:p>
                  </a:txBody>
                  <a:tcPr marL="108000" marR="108000" marT="108000" marB="108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F6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931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472594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/Fullscreen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2">
            <a:extLst>
              <a:ext uri="{FF2B5EF4-FFF2-40B4-BE49-F238E27FC236}">
                <a16:creationId xmlns:a16="http://schemas.microsoft.com/office/drawing/2014/main" id="{C2226DF2-778A-4612-9F78-6765D18406C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" y="0"/>
            <a:ext cx="12192001" cy="6858000"/>
          </a:xfrm>
          <a:solidFill>
            <a:schemeClr val="accent6">
              <a:lumMod val="40000"/>
              <a:lumOff val="60000"/>
            </a:schemeClr>
          </a:solidFill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>
                <a:solidFill>
                  <a:srgbClr val="D9117E"/>
                </a:solidFill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placeholder</a:t>
            </a:r>
            <a:endParaRPr lang="de-DE" dirty="0"/>
          </a:p>
        </p:txBody>
      </p:sp>
      <p:sp>
        <p:nvSpPr>
          <p:cNvPr id="5" name="Textplatzhalter 9">
            <a:extLst>
              <a:ext uri="{FF2B5EF4-FFF2-40B4-BE49-F238E27FC236}">
                <a16:creationId xmlns:a16="http://schemas.microsoft.com/office/drawing/2014/main" id="{87F97911-DA70-4C70-822A-1814FBD79C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83600" y="302400"/>
            <a:ext cx="943200" cy="781200"/>
          </a:xfrm>
          <a:blipFill>
            <a:blip r:embed="rId2"/>
            <a:stretch>
              <a:fillRect/>
            </a:stretch>
          </a:blipFill>
        </p:spPr>
        <p:txBody>
          <a:bodyPr>
            <a:normAutofit/>
          </a:bodyPr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7EBD16-097C-4A05-9018-8E3005584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342399"/>
            <a:ext cx="288000" cy="1440000"/>
          </a:xfrm>
          <a:prstGeom prst="rect">
            <a:avLst/>
          </a:prstGeom>
        </p:spPr>
        <p:txBody>
          <a:bodyPr vert="horz" wrap="none" lIns="36000" tIns="90000" rIns="36000" bIns="90000" rtlCol="0" anchor="b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D7813AC-780E-0FEE-8DD2-961C8464CAC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395D497-4BD0-4044-AB65-1F72BFD0F1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 rot="5400000">
            <a:off x="9347327" y="3965472"/>
            <a:ext cx="4896003" cy="262943"/>
          </a:xfrm>
        </p:spPr>
        <p:txBody>
          <a:bodyPr lIns="54000" tIns="54000" rIns="54000" bIns="54000">
            <a:spAutoFit/>
          </a:bodyPr>
          <a:lstStyle>
            <a:lvl1pPr marL="0" indent="0" algn="r">
              <a:buNone/>
              <a:defRPr sz="10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de-DE" dirty="0" err="1"/>
              <a:t>Specify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source </a:t>
            </a:r>
            <a:r>
              <a:rPr lang="de-DE" dirty="0" err="1"/>
              <a:t>here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62057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png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CA21C0A-576F-4448-A405-945F7FEA5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333375"/>
            <a:ext cx="10056093" cy="98528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title </a:t>
            </a:r>
            <a:r>
              <a:rPr lang="de-DE" dirty="0" err="1"/>
              <a:t>format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DA8A30-87AB-49C6-AE8C-F7B24CECFA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628775"/>
            <a:ext cx="10801349" cy="4895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Edit </a:t>
            </a:r>
            <a:r>
              <a:rPr lang="de-DE" dirty="0" err="1"/>
              <a:t>master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format</a:t>
            </a:r>
            <a:endParaRPr lang="de-DE" dirty="0"/>
          </a:p>
          <a:p>
            <a:pPr lvl="1"/>
            <a:r>
              <a:rPr lang="de-DE" dirty="0"/>
              <a:t>Second </a:t>
            </a:r>
            <a:r>
              <a:rPr lang="de-DE" dirty="0" err="1"/>
              <a:t>level</a:t>
            </a:r>
            <a:endParaRPr lang="de-DE" dirty="0"/>
          </a:p>
          <a:p>
            <a:pPr lvl="2"/>
            <a:r>
              <a:rPr lang="de-DE" dirty="0"/>
              <a:t>Third </a:t>
            </a:r>
            <a:r>
              <a:rPr lang="de-DE" dirty="0" err="1"/>
              <a:t>level</a:t>
            </a:r>
            <a:endParaRPr lang="de-DE" dirty="0"/>
          </a:p>
          <a:p>
            <a:pPr lvl="3"/>
            <a:r>
              <a:rPr lang="de-DE" dirty="0" err="1"/>
              <a:t>Fourth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  <a:p>
            <a:pPr lvl="4"/>
            <a:r>
              <a:rPr lang="de-DE" dirty="0" err="1"/>
              <a:t>Fifth</a:t>
            </a:r>
            <a:r>
              <a:rPr lang="de-DE" dirty="0"/>
              <a:t> </a:t>
            </a:r>
            <a:r>
              <a:rPr lang="de-DE" dirty="0" err="1"/>
              <a:t>level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096809-C3E5-439C-AF0A-E75CD81D72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342399"/>
            <a:ext cx="288000" cy="1440000"/>
          </a:xfrm>
          <a:prstGeom prst="rect">
            <a:avLst/>
          </a:prstGeom>
        </p:spPr>
        <p:txBody>
          <a:bodyPr vert="horz" wrap="none" lIns="36000" tIns="90000" rIns="36000" bIns="90000" rtlCol="0" anchor="b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0ADABB7-F9A6-4A4D-9415-296AC5E687F8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8822AB-459F-739F-855B-F69C7435C1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5325" y="6544945"/>
            <a:ext cx="4114800" cy="2577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7" name="Grafik 6" descr="Ein Bild, das Farbigkeit, Quadrat, Rechteck, Screenshot enthält.&#10;&#10;Automatisch generierte Beschreibung">
            <a:extLst>
              <a:ext uri="{FF2B5EF4-FFF2-40B4-BE49-F238E27FC236}">
                <a16:creationId xmlns:a16="http://schemas.microsoft.com/office/drawing/2014/main" id="{B6B2436D-6F14-4C91-9F38-9FC66CBDB854}"/>
              </a:ext>
            </a:extLst>
          </p:cNvPr>
          <p:cNvPicPr>
            <a:picLocks noChangeAspect="1"/>
          </p:cNvPicPr>
          <p:nvPr userDrawn="1"/>
        </p:nvPicPr>
        <p:blipFill>
          <a:blip r:embed="rId39"/>
          <a:stretch>
            <a:fillRect/>
          </a:stretch>
        </p:blipFill>
        <p:spPr>
          <a:xfrm>
            <a:off x="-4412343" y="1874995"/>
            <a:ext cx="4101329" cy="324968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AEA2B8E-DD3B-4F4F-AFD8-DBE8E57FC574}"/>
              </a:ext>
            </a:extLst>
          </p:cNvPr>
          <p:cNvSpPr txBox="1"/>
          <p:nvPr userDrawn="1"/>
        </p:nvSpPr>
        <p:spPr>
          <a:xfrm>
            <a:off x="-4412343" y="1309144"/>
            <a:ext cx="4101329" cy="430887"/>
          </a:xfrm>
          <a:prstGeom prst="rect">
            <a:avLst/>
          </a:prstGeom>
          <a:solidFill>
            <a:srgbClr val="FF3399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400" b="1" i="0" baseline="0" dirty="0">
                <a:solidFill>
                  <a:schemeClr val="bg1"/>
                </a:solidFill>
              </a:rPr>
              <a:t>Select DLR-</a:t>
            </a:r>
            <a:r>
              <a:rPr lang="de-DE" sz="1400" b="1" i="0" baseline="0" dirty="0" err="1">
                <a:solidFill>
                  <a:schemeClr val="bg1"/>
                </a:solidFill>
              </a:rPr>
              <a:t>colours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below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with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</a:p>
          <a:p>
            <a:pPr algn="ctr"/>
            <a:r>
              <a:rPr lang="de-DE" sz="1400" b="1" i="0" baseline="0" dirty="0" err="1">
                <a:solidFill>
                  <a:schemeClr val="bg1"/>
                </a:solidFill>
              </a:rPr>
              <a:t>the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eyepopper</a:t>
            </a:r>
            <a:r>
              <a:rPr lang="de-DE" sz="1400" b="1" i="0" baseline="0" dirty="0">
                <a:solidFill>
                  <a:schemeClr val="bg1"/>
                </a:solidFill>
              </a:rPr>
              <a:t>/</a:t>
            </a:r>
            <a:r>
              <a:rPr lang="de-DE" sz="1400" b="1" i="0" baseline="0" dirty="0" err="1">
                <a:solidFill>
                  <a:schemeClr val="bg1"/>
                </a:solidFill>
              </a:rPr>
              <a:t>color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picker</a:t>
            </a:r>
            <a:r>
              <a:rPr lang="de-DE" sz="1400" b="1" i="0" baseline="0" dirty="0">
                <a:solidFill>
                  <a:schemeClr val="bg1"/>
                </a:solidFill>
              </a:rPr>
              <a:t> </a:t>
            </a:r>
            <a:r>
              <a:rPr lang="de-DE" sz="1400" b="1" i="0" baseline="0" dirty="0" err="1">
                <a:solidFill>
                  <a:schemeClr val="bg1"/>
                </a:solidFill>
              </a:rPr>
              <a:t>tool</a:t>
            </a:r>
            <a:endParaRPr lang="de-CR" sz="1400" b="1" i="0" baseline="0" dirty="0">
              <a:solidFill>
                <a:schemeClr val="bg1"/>
              </a:solidFill>
            </a:endParaRP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EF3CE64-FA21-4F63-B986-1358806923EF}"/>
              </a:ext>
            </a:extLst>
          </p:cNvPr>
          <p:cNvGrpSpPr/>
          <p:nvPr userDrawn="1"/>
        </p:nvGrpSpPr>
        <p:grpSpPr>
          <a:xfrm>
            <a:off x="12572057" y="4849"/>
            <a:ext cx="9360000" cy="5796000"/>
            <a:chOff x="12572057" y="4849"/>
            <a:chExt cx="9360000" cy="5796000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1ABC1C5C-A5DA-4EB3-B01E-8D75036C5553}"/>
                </a:ext>
              </a:extLst>
            </p:cNvPr>
            <p:cNvSpPr/>
            <p:nvPr/>
          </p:nvSpPr>
          <p:spPr>
            <a:xfrm>
              <a:off x="12572057" y="4849"/>
              <a:ext cx="9360000" cy="5796000"/>
            </a:xfrm>
            <a:prstGeom prst="rect">
              <a:avLst/>
            </a:prstGeom>
            <a:solidFill>
              <a:srgbClr val="FF339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R"/>
            </a:p>
          </p:txBody>
        </p: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91925FDB-4FD6-4DDA-A197-927C63A89427}"/>
                </a:ext>
              </a:extLst>
            </p:cNvPr>
            <p:cNvSpPr txBox="1"/>
            <p:nvPr/>
          </p:nvSpPr>
          <p:spPr>
            <a:xfrm>
              <a:off x="12724457" y="157246"/>
              <a:ext cx="610985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</a:rPr>
                <a:t>Editing the header and footer</a:t>
              </a:r>
              <a:endParaRPr lang="de-CR" dirty="0">
                <a:solidFill>
                  <a:schemeClr val="bg1"/>
                </a:solidFill>
              </a:endParaRP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F3DB58BC-7CAE-441F-B4EF-916243E1A37C}"/>
                </a:ext>
              </a:extLst>
            </p:cNvPr>
            <p:cNvSpPr txBox="1"/>
            <p:nvPr/>
          </p:nvSpPr>
          <p:spPr>
            <a:xfrm>
              <a:off x="12724457" y="792337"/>
              <a:ext cx="654657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Menu: "Insert" &gt; "Header and Footer" (see screenshot 1)</a:t>
              </a:r>
              <a:endParaRPr lang="de-DE" sz="1600" dirty="0">
                <a:solidFill>
                  <a:schemeClr val="bg1"/>
                </a:solidFill>
              </a:endParaRPr>
            </a:p>
          </p:txBody>
        </p:sp>
        <p:pic>
          <p:nvPicPr>
            <p:cNvPr id="33" name="Grafik 32">
              <a:extLst>
                <a:ext uri="{FF2B5EF4-FFF2-40B4-BE49-F238E27FC236}">
                  <a16:creationId xmlns:a16="http://schemas.microsoft.com/office/drawing/2014/main" id="{CDABBF1B-88D5-43FA-9657-57AD29E3F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2815486" y="1481782"/>
              <a:ext cx="8779602" cy="920638"/>
            </a:xfrm>
            <a:prstGeom prst="rect">
              <a:avLst/>
            </a:prstGeom>
          </p:spPr>
        </p:pic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FE2F1701-2827-40C9-AB97-84473EB4C5E8}"/>
                </a:ext>
              </a:extLst>
            </p:cNvPr>
            <p:cNvSpPr txBox="1"/>
            <p:nvPr/>
          </p:nvSpPr>
          <p:spPr>
            <a:xfrm>
              <a:off x="12724457" y="1195691"/>
              <a:ext cx="504615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000" dirty="0">
                  <a:solidFill>
                    <a:schemeClr val="bg1"/>
                  </a:solidFill>
                </a:rPr>
                <a:t>Screenshot 1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66F1CB0C-3FC9-4850-A700-E0D2CFB1DD44}"/>
                </a:ext>
              </a:extLst>
            </p:cNvPr>
            <p:cNvSpPr txBox="1"/>
            <p:nvPr/>
          </p:nvSpPr>
          <p:spPr>
            <a:xfrm>
              <a:off x="12724457" y="2947698"/>
              <a:ext cx="4307945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</a:rPr>
                <a:t>Adapt the input dialog to your individual needs and confirm the input by clicking the </a:t>
              </a:r>
              <a:br>
                <a:rPr lang="en-US" sz="1600" dirty="0">
                  <a:solidFill>
                    <a:schemeClr val="bg1"/>
                  </a:solidFill>
                </a:rPr>
              </a:br>
              <a:r>
                <a:rPr lang="en-US" sz="1600" dirty="0">
                  <a:solidFill>
                    <a:schemeClr val="bg1"/>
                  </a:solidFill>
                </a:rPr>
                <a:t>"Apply to all" button if the change is to be made globally for all slides. </a:t>
              </a:r>
            </a:p>
            <a:p>
              <a:r>
                <a:rPr lang="en-US" sz="1600" dirty="0">
                  <a:solidFill>
                    <a:schemeClr val="bg1"/>
                  </a:solidFill>
                </a:rPr>
                <a:t>In case of partial change of single slides, </a:t>
              </a:r>
              <a:br>
                <a:rPr lang="en-US" sz="1600" dirty="0">
                  <a:solidFill>
                    <a:schemeClr val="bg1"/>
                  </a:solidFill>
                </a:rPr>
              </a:br>
              <a:r>
                <a:rPr lang="en-US" sz="1600" dirty="0">
                  <a:solidFill>
                    <a:schemeClr val="bg1"/>
                  </a:solidFill>
                </a:rPr>
                <a:t>you have to confirm with the button "Apply". </a:t>
              </a:r>
              <a:br>
                <a:rPr lang="en-US" sz="1600" dirty="0">
                  <a:solidFill>
                    <a:schemeClr val="bg1"/>
                  </a:solidFill>
                </a:rPr>
              </a:br>
              <a:r>
                <a:rPr lang="en-US" sz="1600" dirty="0">
                  <a:solidFill>
                    <a:schemeClr val="bg1"/>
                  </a:solidFill>
                </a:rPr>
                <a:t>(see screenshot 2)</a:t>
              </a:r>
            </a:p>
          </p:txBody>
        </p:sp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480B5319-4E69-430D-B813-478C6A3B34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405" t="4215" r="3045" b="3447"/>
            <a:stretch/>
          </p:blipFill>
          <p:spPr>
            <a:xfrm>
              <a:off x="17586852" y="2997154"/>
              <a:ext cx="4008235" cy="2547966"/>
            </a:xfrm>
            <a:prstGeom prst="rect">
              <a:avLst/>
            </a:prstGeom>
          </p:spPr>
        </p:pic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400701A2-BA4C-4126-8F58-5C36702060D0}"/>
                </a:ext>
              </a:extLst>
            </p:cNvPr>
            <p:cNvSpPr txBox="1"/>
            <p:nvPr/>
          </p:nvSpPr>
          <p:spPr>
            <a:xfrm>
              <a:off x="17498074" y="2750933"/>
              <a:ext cx="40970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000" dirty="0">
                  <a:solidFill>
                    <a:schemeClr val="bg1"/>
                  </a:solidFill>
                </a:rPr>
                <a:t>Screenshot 2</a:t>
              </a:r>
            </a:p>
          </p:txBody>
        </p:sp>
        <p:sp>
          <p:nvSpPr>
            <p:cNvPr id="38" name="Ellipse 7">
              <a:extLst>
                <a:ext uri="{FF2B5EF4-FFF2-40B4-BE49-F238E27FC236}">
                  <a16:creationId xmlns:a16="http://schemas.microsoft.com/office/drawing/2014/main" id="{CB9D128F-6D13-4928-9A40-72234AD082DD}"/>
                </a:ext>
              </a:extLst>
            </p:cNvPr>
            <p:cNvSpPr/>
            <p:nvPr/>
          </p:nvSpPr>
          <p:spPr>
            <a:xfrm>
              <a:off x="17713206" y="1790425"/>
              <a:ext cx="589273" cy="561923"/>
            </a:xfrm>
            <a:prstGeom prst="ellipse">
              <a:avLst/>
            </a:prstGeom>
            <a:noFill/>
            <a:ln w="57150">
              <a:solidFill>
                <a:srgbClr val="FF0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72438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50" r:id="rId3"/>
    <p:sldLayoutId id="2147483672" r:id="rId4"/>
    <p:sldLayoutId id="2147483674" r:id="rId5"/>
    <p:sldLayoutId id="2147483656" r:id="rId6"/>
    <p:sldLayoutId id="2147483653" r:id="rId7"/>
    <p:sldLayoutId id="2147483680" r:id="rId8"/>
    <p:sldLayoutId id="2147483654" r:id="rId9"/>
    <p:sldLayoutId id="2147483679" r:id="rId10"/>
    <p:sldLayoutId id="2147483686" r:id="rId11"/>
    <p:sldLayoutId id="2147483683" r:id="rId12"/>
    <p:sldLayoutId id="2147483662" r:id="rId13"/>
    <p:sldLayoutId id="2147483658" r:id="rId14"/>
    <p:sldLayoutId id="2147483663" r:id="rId15"/>
    <p:sldLayoutId id="2147483671" r:id="rId16"/>
    <p:sldLayoutId id="2147483675" r:id="rId17"/>
    <p:sldLayoutId id="2147483664" r:id="rId18"/>
    <p:sldLayoutId id="2147483665" r:id="rId19"/>
    <p:sldLayoutId id="2147483681" r:id="rId20"/>
    <p:sldLayoutId id="2147483670" r:id="rId21"/>
    <p:sldLayoutId id="2147483678" r:id="rId22"/>
    <p:sldLayoutId id="2147483687" r:id="rId23"/>
    <p:sldLayoutId id="2147483684" r:id="rId24"/>
    <p:sldLayoutId id="2147483661" r:id="rId25"/>
    <p:sldLayoutId id="2147483659" r:id="rId26"/>
    <p:sldLayoutId id="2147483667" r:id="rId27"/>
    <p:sldLayoutId id="2147483673" r:id="rId28"/>
    <p:sldLayoutId id="2147483676" r:id="rId29"/>
    <p:sldLayoutId id="2147483668" r:id="rId30"/>
    <p:sldLayoutId id="2147483669" r:id="rId31"/>
    <p:sldLayoutId id="2147483682" r:id="rId32"/>
    <p:sldLayoutId id="2147483666" r:id="rId33"/>
    <p:sldLayoutId id="2147483677" r:id="rId34"/>
    <p:sldLayoutId id="2147483688" r:id="rId35"/>
    <p:sldLayoutId id="2147483685" r:id="rId36"/>
    <p:sldLayoutId id="2147483655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>
              <a:lumMod val="50000"/>
              <a:lumOff val="50000"/>
            </a:schemeClr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 userDrawn="1">
          <p15:clr>
            <a:srgbClr val="F26B43"/>
          </p15:clr>
        </p15:guide>
        <p15:guide id="2" orient="horz" pos="210" userDrawn="1">
          <p15:clr>
            <a:srgbClr val="F26B43"/>
          </p15:clr>
        </p15:guide>
        <p15:guide id="3" pos="7242" userDrawn="1">
          <p15:clr>
            <a:srgbClr val="F26B43"/>
          </p15:clr>
        </p15:guide>
        <p15:guide id="4" orient="horz" pos="1026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orient="horz" pos="93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2AA1682-C2EA-02BA-7471-BFD5B4E8CF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u="sng" dirty="0"/>
              <a:t>Malte Wegener</a:t>
            </a:r>
            <a:r>
              <a:rPr lang="en-US" dirty="0"/>
              <a:t>*, Prahladh Iyer</a:t>
            </a:r>
            <a:r>
              <a:rPr lang="en-US" baseline="30000" dirty="0"/>
              <a:t>†</a:t>
            </a:r>
            <a:r>
              <a:rPr lang="en-US" dirty="0"/>
              <a:t>, Boris Diskin</a:t>
            </a:r>
            <a:r>
              <a:rPr lang="en-US" baseline="30000" dirty="0"/>
              <a:t>†</a:t>
            </a:r>
            <a:r>
              <a:rPr lang="en-US" dirty="0"/>
              <a:t>, Dimitry Kamenetsky</a:t>
            </a:r>
            <a:r>
              <a:rPr lang="en-US" baseline="30000" dirty="0"/>
              <a:t>‡</a:t>
            </a:r>
            <a:r>
              <a:rPr lang="en-US" dirty="0"/>
              <a:t>, Mike Park</a:t>
            </a:r>
            <a:r>
              <a:rPr lang="en-US" baseline="30000" dirty="0"/>
              <a:t>‖</a:t>
            </a:r>
            <a:r>
              <a:rPr lang="en-US" dirty="0"/>
              <a:t>, Mohamed </a:t>
            </a:r>
            <a:r>
              <a:rPr lang="en-US" dirty="0" err="1"/>
              <a:t>Sereez</a:t>
            </a:r>
            <a:r>
              <a:rPr lang="en-US" baseline="30000" dirty="0"/>
              <a:t>#</a:t>
            </a:r>
          </a:p>
          <a:p>
            <a:endParaRPr lang="en-US" baseline="30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008CB9-0DA4-B5A9-245C-0BAC996DA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RANS: Evidence for Multiple Solutions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40F0F-B3AD-B63D-CC30-57EBC6F739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F2F2BE-7B0D-EE80-B2CE-4FAFE5CD2B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5B7DE-A92F-AADF-D18F-A4DD2D2DC052}"/>
              </a:ext>
            </a:extLst>
          </p:cNvPr>
          <p:cNvSpPr txBox="1"/>
          <p:nvPr/>
        </p:nvSpPr>
        <p:spPr>
          <a:xfrm>
            <a:off x="1560576" y="5053584"/>
            <a:ext cx="578510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aseline="30000" dirty="0"/>
              <a:t>* German Aerospace Center, Institute of Aerodynamics and Flow Technology</a:t>
            </a:r>
          </a:p>
          <a:p>
            <a:r>
              <a:rPr lang="en-US" baseline="30000" dirty="0"/>
              <a:t>† NASA, Langley Research Center</a:t>
            </a:r>
          </a:p>
          <a:p>
            <a:r>
              <a:rPr lang="en-US" baseline="30000" dirty="0"/>
              <a:t>‡ The Boeing Company</a:t>
            </a:r>
          </a:p>
          <a:p>
            <a:r>
              <a:rPr lang="en-US" baseline="30000" dirty="0"/>
              <a:t>‖ </a:t>
            </a:r>
            <a:r>
              <a:rPr lang="en-US" baseline="30000" dirty="0" err="1"/>
              <a:t>FlexCompute</a:t>
            </a:r>
            <a:endParaRPr lang="en-US" baseline="30000" dirty="0"/>
          </a:p>
          <a:p>
            <a:r>
              <a:rPr lang="en-US" baseline="30000" dirty="0"/>
              <a:t># De Montfort University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2476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6A8B-BB90-F81F-32A1-6112FEA2F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EF128-9843-4FC0-EE66-068941EF8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627200"/>
            <a:ext cx="5498211" cy="4895850"/>
          </a:xfrm>
        </p:spPr>
        <p:txBody>
          <a:bodyPr/>
          <a:lstStyle/>
          <a:p>
            <a:r>
              <a:rPr lang="en-US" dirty="0"/>
              <a:t>In the linear region most results compare quite well</a:t>
            </a:r>
          </a:p>
          <a:p>
            <a:r>
              <a:rPr lang="en-US" dirty="0"/>
              <a:t>At the near stall region there is a large spread between different solvers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A9EFB-C659-FA6B-D176-5652608915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2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71FB6-83B3-5C02-F426-EEE7799F9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7C29EF-6DEB-0D87-5324-69BE0BD70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5093" y="1403330"/>
            <a:ext cx="5498211" cy="488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647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6BE50-5082-AA0C-27D5-EB0114C8E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Differences in 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FB8719-B1C9-BB52-54DF-EB7A014E2A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628775"/>
            <a:ext cx="5742051" cy="3379007"/>
          </a:xfrm>
        </p:spPr>
        <p:txBody>
          <a:bodyPr/>
          <a:lstStyle/>
          <a:p>
            <a:r>
              <a:rPr lang="en-US" dirty="0"/>
              <a:t>This was also observed for previous Workshops</a:t>
            </a:r>
          </a:p>
          <a:p>
            <a:r>
              <a:rPr lang="en-US" dirty="0"/>
              <a:t>Multiple different solutions for the same test case between different solvers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D790-94DC-22AD-BC22-17134926F8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3</a:t>
            </a:fld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F6ECFA-DC41-BBC8-9980-F30B06B3CD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7999" y="5245768"/>
            <a:ext cx="6149377" cy="1278857"/>
          </a:xfrm>
        </p:spPr>
        <p:txBody>
          <a:bodyPr/>
          <a:lstStyle/>
          <a:p>
            <a:r>
              <a:rPr lang="en-US" dirty="0"/>
              <a:t>Is the spread between solvers a sign of the non-uniqueness of the RANS equations?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972BB-C27A-47C4-0567-47E6737539E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5012A7-1648-6292-3DCC-3D7541E93F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950"/>
          <a:stretch/>
        </p:blipFill>
        <p:spPr>
          <a:xfrm>
            <a:off x="6743465" y="1318661"/>
            <a:ext cx="4753209" cy="44596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E0E3AB-657C-969B-9636-16160BEDFA7D}"/>
              </a:ext>
            </a:extLst>
          </p:cNvPr>
          <p:cNvSpPr txBox="1"/>
          <p:nvPr/>
        </p:nvSpPr>
        <p:spPr>
          <a:xfrm>
            <a:off x="8195777" y="5746696"/>
            <a:ext cx="18485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HLPW5 Summary slides</a:t>
            </a:r>
          </a:p>
        </p:txBody>
      </p:sp>
    </p:spTree>
    <p:extLst>
      <p:ext uri="{BB962C8B-B14F-4D97-AF65-F5344CB8AC3E}">
        <p14:creationId xmlns:p14="http://schemas.microsoft.com/office/powerpoint/2010/main" val="2428612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CD359-B654-41FE-51DC-72F205322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Alpha-continuation from perturbed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E96BA-00CD-1753-5D1B-00AA2538C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627200"/>
            <a:ext cx="3763379" cy="4895850"/>
          </a:xfrm>
        </p:spPr>
        <p:txBody>
          <a:bodyPr/>
          <a:lstStyle/>
          <a:p>
            <a:r>
              <a:rPr lang="en-US" dirty="0"/>
              <a:t>Multiple solutions can be found by perturbing the solver</a:t>
            </a:r>
          </a:p>
          <a:p>
            <a:r>
              <a:rPr lang="en-US" dirty="0"/>
              <a:t>These solutions can be continued by alpha-continuation</a:t>
            </a:r>
          </a:p>
          <a:p>
            <a:r>
              <a:rPr lang="en-US" dirty="0"/>
              <a:t>Switching between branches occurs suddenly and irregularly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96E84-B8BC-E824-1A52-5E3AB5563D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4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7C789-9F9A-4855-EA45-55B339C2E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D3BD52-201C-9561-E278-401F307198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" b="458"/>
          <a:stretch/>
        </p:blipFill>
        <p:spPr>
          <a:xfrm>
            <a:off x="4718303" y="1133855"/>
            <a:ext cx="6033115" cy="53141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859D31-FC79-CD57-2BB8-F6F93E7141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1303" y="4075125"/>
            <a:ext cx="1305466" cy="11605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4C2F29-0C55-CB9B-E417-9348CF61CD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6365" y="4181879"/>
            <a:ext cx="1305466" cy="11605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FF1A6E4-A2CF-E419-FFE6-24EE5D012CE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8516" y="694472"/>
            <a:ext cx="1305466" cy="11605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EAE7DD-A90E-C1E0-45E6-CFC6725091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196" y="1118709"/>
            <a:ext cx="1305466" cy="1160520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CBFC34-AC63-1C91-4000-73F54E88031F}"/>
              </a:ext>
            </a:extLst>
          </p:cNvPr>
          <p:cNvCxnSpPr>
            <a:cxnSpLocks/>
          </p:cNvCxnSpPr>
          <p:nvPr/>
        </p:nvCxnSpPr>
        <p:spPr>
          <a:xfrm flipV="1">
            <a:off x="8918448" y="3541776"/>
            <a:ext cx="219456" cy="6035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DE812DC-A3AD-96B9-CAB7-E5F977F6A222}"/>
              </a:ext>
            </a:extLst>
          </p:cNvPr>
          <p:cNvCxnSpPr>
            <a:stCxn id="8" idx="0"/>
          </p:cNvCxnSpPr>
          <p:nvPr/>
        </p:nvCxnSpPr>
        <p:spPr>
          <a:xfrm flipH="1" flipV="1">
            <a:off x="9893808" y="3675888"/>
            <a:ext cx="470228" cy="39923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693D99B-1BD5-275A-7128-1516C3E80BDF}"/>
              </a:ext>
            </a:extLst>
          </p:cNvPr>
          <p:cNvCxnSpPr>
            <a:cxnSpLocks/>
          </p:cNvCxnSpPr>
          <p:nvPr/>
        </p:nvCxnSpPr>
        <p:spPr>
          <a:xfrm flipH="1">
            <a:off x="9648493" y="2119141"/>
            <a:ext cx="734702" cy="4052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83BA28-9EB1-B111-0CFC-0469B5D4097D}"/>
              </a:ext>
            </a:extLst>
          </p:cNvPr>
          <p:cNvCxnSpPr>
            <a:cxnSpLocks/>
          </p:cNvCxnSpPr>
          <p:nvPr/>
        </p:nvCxnSpPr>
        <p:spPr>
          <a:xfrm>
            <a:off x="8918448" y="1854992"/>
            <a:ext cx="0" cy="27973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606EC5AE-FDA0-05DF-BE5B-2DA441D73D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2748" y="2855356"/>
            <a:ext cx="1328235" cy="137284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1828878-2D70-2DC3-2DEB-6304EAD8D725}"/>
              </a:ext>
            </a:extLst>
          </p:cNvPr>
          <p:cNvCxnSpPr>
            <a:cxnSpLocks/>
          </p:cNvCxnSpPr>
          <p:nvPr/>
        </p:nvCxnSpPr>
        <p:spPr>
          <a:xfrm flipV="1">
            <a:off x="7262966" y="3127248"/>
            <a:ext cx="1655482" cy="3856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9798D5D0-B9BD-76F8-D832-47F2197C3B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6855" y="2458617"/>
            <a:ext cx="1288004" cy="1331258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4225442-5ADC-E238-CF2A-0F6FED70987C}"/>
              </a:ext>
            </a:extLst>
          </p:cNvPr>
          <p:cNvCxnSpPr>
            <a:cxnSpLocks/>
          </p:cNvCxnSpPr>
          <p:nvPr/>
        </p:nvCxnSpPr>
        <p:spPr>
          <a:xfrm flipH="1" flipV="1">
            <a:off x="9648493" y="3059107"/>
            <a:ext cx="993598" cy="1006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1CE1672C-DAAE-9494-952B-5BA0154EA5B3}"/>
              </a:ext>
            </a:extLst>
          </p:cNvPr>
          <p:cNvSpPr/>
          <p:nvPr/>
        </p:nvSpPr>
        <p:spPr>
          <a:xfrm>
            <a:off x="7595615" y="3059106"/>
            <a:ext cx="341377" cy="1086173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745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E67C-5737-DA4A-972E-0BC0A218E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convergence at 20 degrees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FEDD7-7E9F-689A-E6E3-3D8CACEEF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6" y="1627200"/>
            <a:ext cx="4859624" cy="4895850"/>
          </a:xfrm>
        </p:spPr>
        <p:txBody>
          <a:bodyPr/>
          <a:lstStyle/>
          <a:p>
            <a:r>
              <a:rPr lang="en-US" dirty="0"/>
              <a:t>Agreement between different codes and different Mesh families is quite good for the high-lift solution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C324B-7B8D-6546-ACDE-DC8D9DA92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0599F-A936-C267-D90F-DD2316DE0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EFBFADB-01A5-2263-AA4E-0E19EE52F8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55566" y="1242399"/>
            <a:ext cx="5940193" cy="528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406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E67C-5737-DA4A-972E-0BC0A218E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convergence at 20 degrees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FEDD7-7E9F-689A-E6E3-3D8CACEEF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6" y="1627200"/>
            <a:ext cx="4859624" cy="2830500"/>
          </a:xfrm>
        </p:spPr>
        <p:txBody>
          <a:bodyPr/>
          <a:lstStyle/>
          <a:p>
            <a:r>
              <a:rPr lang="en-US" dirty="0"/>
              <a:t>Spatial convergence looks indistinguishable from the high-lift solution</a:t>
            </a:r>
          </a:p>
          <a:p>
            <a:r>
              <a:rPr lang="en-US" dirty="0"/>
              <a:t>The low-lift solution can be found by 6 different spatial </a:t>
            </a:r>
            <a:r>
              <a:rPr lang="en-US" dirty="0" err="1"/>
              <a:t>discretizations</a:t>
            </a:r>
            <a:r>
              <a:rPr lang="en-US" dirty="0"/>
              <a:t> on 5 different mesh families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C324B-7B8D-6546-ACDE-DC8D9DA92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F0599F-A936-C267-D90F-DD2316DE0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EFBFADB-01A5-2263-AA4E-0E19EE52F8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55566" y="1242399"/>
            <a:ext cx="5940193" cy="528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311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8B93C-779D-BAFE-9C2F-FB2335C4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 Take-aways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4FA6A7-31D8-B59F-3C30-55ADBBE2E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R="0">
              <a:spcAft>
                <a:spcPts val="0"/>
              </a:spcAft>
            </a:pPr>
            <a:r>
              <a:rPr lang="en-US" b="1" dirty="0"/>
              <a:t>The multiple solutions obtained for the TC-1 configuration are consistent between different solvers over different grid families and from examining their grid convergence behavior none of the solutions can be identified as the “correct” solution.</a:t>
            </a:r>
          </a:p>
          <a:p>
            <a:pPr marR="0">
              <a:spcAft>
                <a:spcPts val="0"/>
              </a:spcAft>
            </a:pPr>
            <a:r>
              <a:rPr lang="en-US" dirty="0"/>
              <a:t>Switching between solution branches happens randomly and participants report different sensitivities</a:t>
            </a:r>
          </a:p>
          <a:p>
            <a:pPr lvl="1"/>
            <a:r>
              <a:rPr lang="en-US" dirty="0"/>
              <a:t>Numerical dissipation</a:t>
            </a:r>
          </a:p>
          <a:p>
            <a:pPr lvl="1"/>
            <a:r>
              <a:rPr lang="en-US" dirty="0"/>
              <a:t>Turbulence model</a:t>
            </a:r>
          </a:p>
          <a:p>
            <a:pPr lvl="1"/>
            <a:r>
              <a:rPr lang="en-US" dirty="0"/>
              <a:t>Geometric variation</a:t>
            </a:r>
          </a:p>
          <a:p>
            <a:pPr lvl="1"/>
            <a:r>
              <a:rPr lang="en-US" dirty="0"/>
              <a:t>Mesh variation</a:t>
            </a:r>
          </a:p>
          <a:p>
            <a:r>
              <a:rPr lang="en-US" dirty="0"/>
              <a:t>Multiple solutions can be found through a combination of these perturbations of the solver and alpha-continuation</a:t>
            </a:r>
          </a:p>
          <a:p>
            <a:pPr marL="0" indent="0">
              <a:buNone/>
            </a:pPr>
            <a:endParaRPr lang="en-US" dirty="0">
              <a:latin typeface="+mj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35564-C49D-962D-1103-DDEB61C985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0D154B-87CD-1C13-9743-8FF2B116D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33210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C630F-32B8-6C5E-2251-0A881C8B9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Vision for dealing with multiple 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9B50-A758-C2CC-9DFD-48847A0EB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2095626"/>
            <a:ext cx="5400675" cy="3705100"/>
          </a:xfrm>
        </p:spPr>
        <p:txBody>
          <a:bodyPr/>
          <a:lstStyle/>
          <a:p>
            <a:r>
              <a:rPr lang="en-US" dirty="0"/>
              <a:t>Robust RANS Models should allow for multiple solutions to capture Hysteresis </a:t>
            </a:r>
            <a:r>
              <a:rPr lang="en-US" dirty="0" err="1"/>
              <a:t>effectrs</a:t>
            </a:r>
            <a:endParaRPr lang="en-US" dirty="0"/>
          </a:p>
          <a:p>
            <a:r>
              <a:rPr lang="en-US" dirty="0"/>
              <a:t>Is there a physical condition these pizza slice solutions violate?</a:t>
            </a:r>
          </a:p>
          <a:p>
            <a:pPr lvl="1"/>
            <a:r>
              <a:rPr lang="en-US" dirty="0"/>
              <a:t>Can this condition be incorporated into the solution process as a constraint</a:t>
            </a:r>
          </a:p>
          <a:p>
            <a:pPr lvl="1"/>
            <a:r>
              <a:rPr lang="en-US" dirty="0"/>
              <a:t>Similar to how the entropy-fix in the Roe scheme prevents unphysical expansion shocks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42642-807E-C01A-A1C9-71063C3B8C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0ADABB7-F9A6-4A4D-9415-296AC5E687F8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E44493A-7327-8176-D322-A7B09DA7C82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Physical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F4FB1-0088-8135-0F25-C60A6B2597FC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/>
              <a:t>Malte Wegener, HLPW6 Mini-Workshop, 11.06.2026</a:t>
            </a:r>
            <a:endParaRPr lang="de-DE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322EFF2-FAE5-B2CF-630E-8C29383829FF}"/>
              </a:ext>
            </a:extLst>
          </p:cNvPr>
          <p:cNvSpPr txBox="1">
            <a:spLocks/>
          </p:cNvSpPr>
          <p:nvPr/>
        </p:nvSpPr>
        <p:spPr>
          <a:xfrm>
            <a:off x="6096000" y="2095626"/>
            <a:ext cx="5400675" cy="37051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Can the N strongest attractors of the multiple solutions be found systematically?</a:t>
            </a:r>
          </a:p>
          <a:p>
            <a:r>
              <a:rPr lang="en-US" dirty="0"/>
              <a:t>Can a regularization of the path that is taken through state-space be made such that the initial condition remains the strongest attractor?</a:t>
            </a:r>
          </a:p>
          <a:p>
            <a:r>
              <a:rPr lang="en-US" dirty="0"/>
              <a:t>Can regions be identified which need to be sufficiently fine such that the initial condition is remains the strongest attractor</a:t>
            </a:r>
          </a:p>
          <a:p>
            <a:r>
              <a:rPr lang="en-US" dirty="0"/>
              <a:t>There is no way to label any of the solutions as the best solution and we want to find all solutions and not exclude all but one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022D527-E06E-95A2-347D-23C105B453DA}"/>
              </a:ext>
            </a:extLst>
          </p:cNvPr>
          <p:cNvSpPr txBox="1">
            <a:spLocks/>
          </p:cNvSpPr>
          <p:nvPr/>
        </p:nvSpPr>
        <p:spPr>
          <a:xfrm>
            <a:off x="6096000" y="1487788"/>
            <a:ext cx="3482038" cy="439824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sz="1800" b="1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Numerical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1FB6D5-B395-47B6-5FCA-F4523AB6837E}"/>
              </a:ext>
            </a:extLst>
          </p:cNvPr>
          <p:cNvSpPr/>
          <p:nvPr/>
        </p:nvSpPr>
        <p:spPr>
          <a:xfrm>
            <a:off x="695324" y="5734050"/>
            <a:ext cx="10677525" cy="7905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This is a highly cross-topic problem that can only be solved cross topic collaboration</a:t>
            </a:r>
          </a:p>
        </p:txBody>
      </p:sp>
    </p:spTree>
    <p:extLst>
      <p:ext uri="{BB962C8B-B14F-4D97-AF65-F5344CB8AC3E}">
        <p14:creationId xmlns:p14="http://schemas.microsoft.com/office/powerpoint/2010/main" val="3592014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</p:bldLst>
  </p:timing>
</p:sld>
</file>

<file path=ppt/theme/theme1.xml><?xml version="1.0" encoding="utf-8"?>
<a:theme xmlns:a="http://schemas.openxmlformats.org/drawingml/2006/main" name="Office">
  <a:themeElements>
    <a:clrScheme name="DLR">
      <a:dk1>
        <a:srgbClr val="000000"/>
      </a:dk1>
      <a:lt1>
        <a:srgbClr val="FFFFFF"/>
      </a:lt1>
      <a:dk2>
        <a:srgbClr val="464646"/>
      </a:dk2>
      <a:lt2>
        <a:srgbClr val="FFFFFF"/>
      </a:lt2>
      <a:accent1>
        <a:srgbClr val="00658B"/>
      </a:accent1>
      <a:accent2>
        <a:srgbClr val="F8DE53"/>
      </a:accent2>
      <a:accent3>
        <a:srgbClr val="0094A8"/>
      </a:accent3>
      <a:accent4>
        <a:srgbClr val="B7D260"/>
      </a:accent4>
      <a:accent5>
        <a:srgbClr val="5F98CB"/>
      </a:accent5>
      <a:accent6>
        <a:srgbClr val="B1B1B1"/>
      </a:accent6>
      <a:hlink>
        <a:srgbClr val="00B0F0"/>
      </a:hlink>
      <a:folHlink>
        <a:srgbClr val="00658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Blau 1">
      <a:srgbClr val="00658B"/>
    </a:custClr>
    <a:custClr name="Blau 2">
      <a:srgbClr val="3B98CB"/>
    </a:custClr>
    <a:custClr name="Blau 3">
      <a:srgbClr val="6CB9DC"/>
    </a:custClr>
    <a:custClr name="Blau 4">
      <a:srgbClr val="A7D3EC"/>
    </a:custClr>
    <a:custClr name="Blau 5">
      <a:srgbClr val="D1E8FA"/>
    </a:custClr>
    <a:custClr name="Gelb 1">
      <a:srgbClr val="D2AE3D"/>
    </a:custClr>
    <a:custClr name="Gelb 2">
      <a:srgbClr val="F2CD51"/>
    </a:custClr>
    <a:custClr name="Gelb 3">
      <a:srgbClr val="F8DE53"/>
    </a:custClr>
    <a:custClr name="Gelb 4">
      <a:srgbClr val="FCEA7A"/>
    </a:custClr>
    <a:custClr name="Gelb 5">
      <a:srgbClr val="FFF8BE"/>
    </a:custClr>
    <a:custClr name="Grün 1">
      <a:srgbClr val="82A043"/>
    </a:custClr>
    <a:custClr name="Grün 2">
      <a:srgbClr val="A6BF51"/>
    </a:custClr>
    <a:custClr name="Grün 3">
      <a:srgbClr val="CAD55C"/>
    </a:custClr>
    <a:custClr name="Grün 4">
      <a:srgbClr val="D9DF78"/>
    </a:custClr>
    <a:custClr name="Grün 5">
      <a:srgbClr val="E6EAAF"/>
    </a:custClr>
    <a:custClr name="Grau 1">
      <a:srgbClr val="666666"/>
    </a:custClr>
    <a:custClr name="Grau 2">
      <a:srgbClr val="868585"/>
    </a:custClr>
    <a:custClr name="Grau 3">
      <a:srgbClr val="B1B1B1"/>
    </a:custClr>
    <a:custClr name="Grau 4">
      <a:srgbClr val="CFCFCF"/>
    </a:custClr>
    <a:custClr name="Grau 5">
      <a:srgbClr val="EBEBEB"/>
    </a:custClr>
  </a:custClrLst>
  <a:extLst>
    <a:ext uri="{05A4C25C-085E-4340-85A3-A5531E510DB2}">
      <thm15:themeFamily xmlns:thm15="http://schemas.microsoft.com/office/thememl/2012/main" name="DLR-PPT-Master_1.30_EN.pptx" id="{6250988B-F8D4-4672-99CB-10E86376C3D6}" vid="{13BA9046-8FD7-4B45-83ED-4CF3CC1D07E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DLR_Präsentation_16zu9_EN</Template>
  <TotalTime>0</TotalTime>
  <Words>484</Words>
  <Application>Microsoft Office PowerPoint</Application>
  <PresentationFormat>Widescreen</PresentationFormat>
  <Paragraphs>61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Wingdings</vt:lpstr>
      <vt:lpstr>Office</vt:lpstr>
      <vt:lpstr>RANS: Evidence for Multiple Solutions</vt:lpstr>
      <vt:lpstr>Differences in Stall</vt:lpstr>
      <vt:lpstr>Differences in stall</vt:lpstr>
      <vt:lpstr>Alpha-continuation from perturbed solutions</vt:lpstr>
      <vt:lpstr>Spatial convergence at 20 degrees</vt:lpstr>
      <vt:lpstr>Spatial convergence at 20 degrees</vt:lpstr>
      <vt:lpstr>Main Take-aways</vt:lpstr>
      <vt:lpstr>A Vision for dealing with multiple solutions</vt:lpstr>
    </vt:vector>
  </TitlesOfParts>
  <Company>DLR e.V.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Wegener, Malte</dc:creator>
  <cp:lastModifiedBy>Wegener, Malte</cp:lastModifiedBy>
  <cp:revision>30</cp:revision>
  <dcterms:created xsi:type="dcterms:W3CDTF">2026-05-21T10:08:08Z</dcterms:created>
  <dcterms:modified xsi:type="dcterms:W3CDTF">2026-06-05T10:16:54Z</dcterms:modified>
</cp:coreProperties>
</file>